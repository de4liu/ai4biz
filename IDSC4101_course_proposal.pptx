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Generative and Agentic
AI for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</a:rPr>
              <a:t>A 2-credit upper-division course for business majors
No coding required  ·  7 weeks  ·  Project-based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[Your Name]  ·  Department of Information Systems  ·  [Semester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Gap We're Filling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55"/>
                </a:solidFill>
              </a:rPr>
              <a:t>Business graduates are already using AI — but most lack the vocabulary,</a:t>
            </a:r>
          </a:p>
          <a:p>
            <a:pPr algn="l"/>
            <a:r>
              <a:rPr sz="1800" b="0">
                <a:solidFill>
                  <a:srgbClr val="444455"/>
                </a:solidFill>
              </a:rPr>
              <a:t>frameworks, and judgment to lead with it.</a:t>
            </a:r>
          </a:p>
          <a:p>
            <a:pPr algn="l"/>
            <a:r>
              <a:rPr sz="800" b="0">
                <a:solidFill>
                  <a:srgbClr val="444455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444455"/>
                </a:solidFill>
              </a:rPr>
              <a:t>What they typically have: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  ✓  Experience using a chatbot interface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  ✗  Understanding of why AI behaves the way it does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  ✗  Ability to identify automation opportunities in a workflow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  ✗  Vocabulary to evaluate vendor claims or lead an AI initiative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  ✗  Awareness of responsible AI risks in business deployment</a:t>
            </a:r>
          </a:p>
          <a:p>
            <a:pPr algn="l"/>
            <a:r>
              <a:rPr sz="800" b="0">
                <a:solidFill>
                  <a:srgbClr val="444455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444455"/>
                </a:solidFill>
              </a:rPr>
              <a:t>No top-10 business school currently offers a no-code agentic AI course</a:t>
            </a:r>
          </a:p>
          <a:p>
            <a:pPr algn="l"/>
            <a:r>
              <a:rPr sz="1600" b="0">
                <a:solidFill>
                  <a:srgbClr val="444455"/>
                </a:solidFill>
              </a:rPr>
              <a:t>combining conceptual depth + hands-on tool fluency for non-technical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Makes This Course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8C"/>
                </a:solidFill>
              </a:rPr>
              <a:t>Most AI courses for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→  Prompt engineering focus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Lecture + case study only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No hands-on tool time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Ethics as a standalone week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One-shot final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→  Builder + ideation mindset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Build sprints every other week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No-code tools students keep using after class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Ethics woven in, not siloed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→  AI Innovation Showcase with external guests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45720" cy="5303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7-Week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65176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Wk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Foundations + Personal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651760" cy="91440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Wk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Team Workflows + Business Apps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88720"/>
            <a:ext cx="2651760" cy="9144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Wk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Agentic AI + Product Thinking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188720"/>
            <a:ext cx="2651760" cy="914400"/>
          </a:xfrm>
          <a:prstGeom prst="rect">
            <a:avLst/>
          </a:prstGeom>
          <a:solidFill>
            <a:srgbClr val="E0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Wk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Strategy, Ethics + Showcase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Personal productivity
First contact with Gemini
NotebookLM deep dive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Automating with Zapier / Make
Business function applications
Midterm exam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What is an agent?
n8n + Voiceflow build sprint
AI product ideation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2860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AI strategy frameworks
Responsible AI session
Capstone pitches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6177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A4A"/>
                </a:solidFill>
              </a:rPr>
              <a:t>Personal → Team → Agentic → Strategic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74920"/>
            <a:ext cx="115214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1663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55"/>
                </a:solidFill>
              </a:rPr>
              <a:t>14 sessions  ·  3 Build Sprints  ·  4 Reflection Posts  ·  Midterm + Final Exam  ·  Team Capstone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Tools Students Use — No Coding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383280" cy="5943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Conversational AI
&amp;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55"/>
                </a:solidFill>
              </a:rPr>
              <a:t>Google Gemini
NotebookLM
Google AI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5029200"/>
            <a:ext cx="2834640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0474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A4A"/>
                </a:solidFill>
              </a:rPr>
              <a:t>Weeks 1–3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18872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188720"/>
            <a:ext cx="3383280" cy="59436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2070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No-Code
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55"/>
                </a:solidFill>
              </a:rPr>
              <a:t>Zapier  /  Make
Relevance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5029200"/>
            <a:ext cx="2834640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0474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8C8C"/>
                </a:solidFill>
              </a:rPr>
              <a:t>Weeks 3–5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3832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383280" cy="59436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2070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Agentic AI
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55"/>
                </a:solidFill>
              </a:rPr>
              <a:t>n8n
Voiceflow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5029200"/>
            <a:ext cx="2834640" cy="365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50474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68EE"/>
                </a:solidFill>
              </a:rPr>
              <a:t>Weeks 5–6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7150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All platforms have free tiers sufficient for coursework. Tool categories are durable — specific platforms can be swapped as the landscape evolves.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Assessment: Hybrid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005840" cy="91440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143000"/>
            <a:ext cx="10424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Reflection Posts ×4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819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Individual · 200–300 words · Bi-weekly
Personal observations, not summaries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21991"/>
            <a:ext cx="100584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86584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221991"/>
            <a:ext cx="10424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267711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Midterm Exam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6090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Take-home · Open-note · Case-based
No coding — conceptual reasoning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00984"/>
            <a:ext cx="100584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465576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300984"/>
            <a:ext cx="10424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34670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Final Exam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3989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Take-home · Open-note · Integrative cases
AI strategy, ethics,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79976"/>
            <a:ext cx="100584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44568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379976"/>
            <a:ext cx="10424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4256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AI Innovation Showcase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1888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Team pitch (3–4 students) · No prototype required
External guests rotate through — trade show format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58968"/>
            <a:ext cx="1005840" cy="91440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623559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458968"/>
            <a:ext cx="10424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504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A4A"/>
                </a:solidFill>
              </a:rPr>
              <a:t>Participation + Build Sprints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89787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In-class builds: Week 3 (automation) + Week 5 (agent)
Engagement, peer feedback, attendance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AI Innovation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5A623"/>
                </a:solidFill>
              </a:rPr>
              <a:t>IDSC 4101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</a:rPr>
              <a:t>Trade show format · Week 7 · External guests invited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55"/>
                </a:solidFill>
              </a:rPr>
              <a:t>Teams of 3–4 identify a real business problem and design an AI-assisted solution using course tools.</a:t>
            </a:r>
          </a:p>
          <a:p>
            <a:pPr algn="l"/>
            <a:r>
              <a:rPr sz="1500" b="1">
                <a:solidFill>
                  <a:srgbClr val="444455"/>
                </a:solidFill>
              </a:rPr>
              <a:t>No working prototype required — the pitch IS the deliverable.</a:t>
            </a:r>
          </a:p>
          <a:p>
            <a:pPr algn="l"/>
            <a:r>
              <a:rPr sz="1500" b="0">
                <a:solidFill>
                  <a:srgbClr val="444455"/>
                </a:solidFill>
              </a:rPr>
              <a:t>External practitioners rotate through team stations, ask structured questions, and provide feedback.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920240" cy="5029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644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Wk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1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Teams form
+ problem
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246120"/>
            <a:ext cx="1920240" cy="5029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2644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Wk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79476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3822191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Solution
design
sketch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246120"/>
            <a:ext cx="1920240" cy="5029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2644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Wk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9476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822191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Peer pitch
practice +
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246120"/>
            <a:ext cx="19202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2644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Wk 7
S1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79476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822191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Slide deck
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3246120"/>
            <a:ext cx="1920240" cy="5029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2644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Wk 7
S2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379476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3822191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AI Innovation
Showcase
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16636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Rubric: Problem clarity  ·  Solution design  ·  Business value  ·  Responsible AI awareness  ·  Pitch quality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669280"/>
            <a:ext cx="11521440" cy="6858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687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A623"/>
                </a:solidFill>
              </a:rPr>
              <a:t>"The hardest part of any AI project is defining the problem and designing the solution clearly.
That's exactly what this format tests — and what employers are hiring for."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Ready to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Full 7-week syllabus with session-level detail —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Hybrid assessment model: 2 exams + capstone pitch + reflections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54096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No coding required — accessible to all business concentrations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85616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All tools have free student tiers; AI Studio coordinated with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43983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1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AI Innovation Showcase creates a high-visibility department 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02352"/>
            <a:ext cx="256032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</a:rPr>
              <a:t>Fills a genuine whitespace: no comparable course in peer 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Seeking department support to offer IDSC 4101 in [Semester Year].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996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Questions welcome — [Your Name]  ·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